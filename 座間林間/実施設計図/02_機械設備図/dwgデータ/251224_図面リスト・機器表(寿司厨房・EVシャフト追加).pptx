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7"/>
  </p:notesMasterIdLst>
  <p:sldIdLst>
    <p:sldId id="266" r:id="rId2"/>
    <p:sldId id="267" r:id="rId3"/>
    <p:sldId id="258" r:id="rId4"/>
    <p:sldId id="259" r:id="rId5"/>
    <p:sldId id="262" r:id="rId6"/>
  </p:sldIdLst>
  <p:sldSz cx="15119350" cy="10691813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9721149-8D66-4626-93E9-DBAD75221755}">
          <p14:sldIdLst>
            <p14:sldId id="266"/>
            <p14:sldId id="267"/>
            <p14:sldId id="258"/>
            <p14:sldId id="259"/>
          </p14:sldIdLst>
        </p14:section>
        <p14:section name="タイトルなしのセクション" id="{EA040B12-C823-47D9-9A71-E10BF4B14AE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60"/>
  </p:normalViewPr>
  <p:slideViewPr>
    <p:cSldViewPr snapToGrid="0">
      <p:cViewPr varScale="1">
        <p:scale>
          <a:sx n="64" d="100"/>
          <a:sy n="64" d="100"/>
        </p:scale>
        <p:origin x="20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3"/>
            <a:ext cx="2949678" cy="498559"/>
          </a:xfrm>
          <a:prstGeom prst="rect">
            <a:avLst/>
          </a:prstGeom>
        </p:spPr>
        <p:txBody>
          <a:bodyPr vert="horz" lIns="62933" tIns="31467" rIns="62933" bIns="31467" rtlCol="0"/>
          <a:lstStyle>
            <a:lvl1pPr algn="l">
              <a:defRPr sz="9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361" y="13"/>
            <a:ext cx="2950765" cy="498559"/>
          </a:xfrm>
          <a:prstGeom prst="rect">
            <a:avLst/>
          </a:prstGeom>
        </p:spPr>
        <p:txBody>
          <a:bodyPr vert="horz" lIns="62933" tIns="31467" rIns="62933" bIns="31467" rtlCol="0"/>
          <a:lstStyle>
            <a:lvl1pPr algn="r">
              <a:defRPr sz="900"/>
            </a:lvl1pPr>
          </a:lstStyle>
          <a:p>
            <a:fld id="{62BAD881-02E1-44D5-AD22-EB0AE9A44841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031875" y="1243013"/>
            <a:ext cx="47434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2933" tIns="31467" rIns="62933" bIns="31467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625" y="4783532"/>
            <a:ext cx="5445977" cy="3913800"/>
          </a:xfrm>
          <a:prstGeom prst="rect">
            <a:avLst/>
          </a:prstGeom>
        </p:spPr>
        <p:txBody>
          <a:bodyPr vert="horz" lIns="62933" tIns="31467" rIns="62933" bIns="31467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792"/>
            <a:ext cx="2949678" cy="498559"/>
          </a:xfrm>
          <a:prstGeom prst="rect">
            <a:avLst/>
          </a:prstGeom>
        </p:spPr>
        <p:txBody>
          <a:bodyPr vert="horz" lIns="62933" tIns="31467" rIns="62933" bIns="31467" rtlCol="0" anchor="b"/>
          <a:lstStyle>
            <a:lvl1pPr algn="l">
              <a:defRPr sz="9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361" y="9440792"/>
            <a:ext cx="2950765" cy="498559"/>
          </a:xfrm>
          <a:prstGeom prst="rect">
            <a:avLst/>
          </a:prstGeom>
        </p:spPr>
        <p:txBody>
          <a:bodyPr vert="horz" lIns="62933" tIns="31467" rIns="62933" bIns="31467" rtlCol="0" anchor="b"/>
          <a:lstStyle>
            <a:lvl1pPr algn="r">
              <a:defRPr sz="900"/>
            </a:lvl1pPr>
          </a:lstStyle>
          <a:p>
            <a:fld id="{CB87C09A-DAAA-435D-8A1E-BE9E50CE19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000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AC1F73-3B5F-442B-FB56-4CF1CA62B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1749795"/>
            <a:ext cx="11339513" cy="3722335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2D24F77-8CD4-5574-8EAD-AA9A9C622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CBA284-E65B-02A9-2515-594A2B2A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EE25-A3A5-4AAD-8A6B-91ED858E2B55}" type="datetime1">
              <a:rPr lang="ja-JP" altLang="en-US" smtClean="0"/>
              <a:t>2025/12/25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AFFC4E-DE18-8A77-6EB9-B2749071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F706AD-AF4C-70E1-3459-5D52CDAE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0422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ABF81B-B425-28C9-47B3-DC99BBED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740D60-1512-28A2-6DBF-54F597AE2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846790-68CB-34C9-0F5A-6B99FB02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7613-FE68-46C8-A5A0-7031B22C9A48}" type="datetime1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4BF9EB-61E5-F3A6-DAB6-18CE2607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5A55B6-81A2-C36F-A70F-7B106CFE1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2325-732F-44B6-8F5B-62E68A2DE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703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C86430-B5F4-08D0-2A5C-DBF0CCC1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2665530"/>
            <a:ext cx="13040439" cy="4447496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3020BD-EEF1-E08F-8917-6BA5A3175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7155102"/>
            <a:ext cx="13040439" cy="2338833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75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C865F5-EB9B-79D4-A37C-ED9A2C44F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2598-C88D-4043-B003-E945075F9006}" type="datetime1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A549BF-3A5F-2088-D2FC-7224493DB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24E8F0-0B51-4830-C4ED-21877F2E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2325-732F-44B6-8F5B-62E68A2DE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46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C27574-229E-D07A-2591-5B9EACAE5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434BAF-012F-1263-EF78-F656469E6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86C405-62ED-BFEB-453A-72B5BAF75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219133-03FA-0F16-CE39-8772B58C2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F0C7-DCFF-4AE7-95F4-543EA903E1D9}" type="datetime1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DE1B29-7C2D-4155-5A83-CCC7E344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01C01D-3A30-6EDB-03F1-BB3E33E9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2325-732F-44B6-8F5B-62E68A2DE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973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50698-061C-5579-58AF-F8F830862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569241"/>
            <a:ext cx="13040439" cy="206659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8AD0EC-5431-EC64-1287-381A8335E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2620980"/>
            <a:ext cx="6396193" cy="1284502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D6471E-0981-4D3F-1CAA-D0DA088C1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3905482"/>
            <a:ext cx="6396193" cy="574437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FEF8FB4-11E2-FBC4-BB96-56B6AB432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2620980"/>
            <a:ext cx="6427693" cy="1284502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2D84350-637F-B85C-ADAF-89EEE2390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3905482"/>
            <a:ext cx="6427693" cy="574437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E70DD1-BB47-6A14-6007-C05D486D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5D5E-B9FD-4661-ADEC-CB7820F06A3D}" type="datetime1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45F3AAF-EC84-8A86-6CB3-1FF1F5D7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17F197-E240-25B9-7661-C1CB3C8D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2325-732F-44B6-8F5B-62E68A2DE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38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2AC5DD-FA47-162B-75CD-653AD73C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E41932-E319-1E02-60FF-95EA2CEB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4BEC-0328-4243-9710-7790D7168D76}" type="datetime1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FE2AB01-A0C6-D727-35A3-DF5851D2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9A55C2A-424A-6CF4-8375-582AF118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2325-732F-44B6-8F5B-62E68A2DE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923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36D5543-DF40-81AC-5834-BBACC4C8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46C9-4613-4E30-A666-0999D73B8FCA}" type="datetime1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55F9262-FC2F-AD5F-FDFA-AADA3B27A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4F7667-F7B3-5FC6-22C5-1F0B16CE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2325-732F-44B6-8F5B-62E68A2DE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66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C1AD17-F26F-049A-076A-2E06B394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3" cy="2494756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11518E-EB62-4798-B235-BA4912DC4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1539424"/>
            <a:ext cx="7654171" cy="7598117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3B9BF3-4DA2-7B6D-9105-020FC081D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3" cy="5942372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330D25-7D00-7EAA-094F-A3B9722B7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EE25-A3A5-4AAD-8A6B-91ED858E2B55}" type="datetime1">
              <a:rPr lang="ja-JP" altLang="en-US" smtClean="0"/>
              <a:t>2025/12/25</a:t>
            </a:fld>
            <a:endParaRPr lang="ja-JP" alt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11B72D-971A-5A29-B524-8CF70182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00B5AA-361C-B7A0-209C-9982368C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13871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6B642-5912-78C7-EE8A-5AD09148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3" cy="2494756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9E35612-45DB-430A-D8D3-290F5E510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1539424"/>
            <a:ext cx="7654171" cy="7598117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D4B71C-394E-AAFF-9482-E97C3A151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3" cy="5942372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F1D14D-C2DC-9863-56D5-CC2FCEF7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D97F-0371-4FFF-8DB5-24E4348E7718}" type="datetime1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19B386-660A-9530-8633-A16787FAA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894E83-83A2-4466-1F53-3831417E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2325-732F-44B6-8F5B-62E68A2DE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624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088607-0893-D831-6ACA-CB0E1C23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FFD8EB-B370-3A34-006E-2D3F148AF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9EF6AF-A22B-977E-478A-9B882436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EE25-A3A5-4AAD-8A6B-91ED858E2B55}" type="datetime1">
              <a:rPr lang="ja-JP" altLang="en-US" smtClean="0"/>
              <a:t>2025/12/25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0C6EF9-1EBF-F637-B732-D359EB74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509F7E-918B-E03B-8002-55657572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41812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5F3C19C-62FC-73B5-B2C8-035EF9D8E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569240"/>
            <a:ext cx="3260110" cy="906081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90774C-F911-534E-9344-C1948CCF8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569240"/>
            <a:ext cx="9591338" cy="906081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830E7D-0CDC-4603-3069-26A94760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F7019-C23B-4F6B-A312-F16863BEC3B3}" type="datetime1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A29DA4-C40D-FECA-70C9-2DB4E261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52CC3D-3173-2DEC-B1D5-D45FAADA1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2325-732F-44B6-8F5B-62E68A2DE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063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西友深沢店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  <a:prstGeom prst="rect">
            <a:avLst/>
          </a:prstGeom>
        </p:spPr>
        <p:txBody>
          <a:bodyPr anchor="b"/>
          <a:lstStyle>
            <a:lvl1pPr algn="ctr">
              <a:defRPr sz="935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04105" y="10321255"/>
            <a:ext cx="552002" cy="123111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>
            <a:lvl1pPr>
              <a:defRPr sz="800">
                <a:latin typeface="AR P丸ゴシック体M" panose="020B0600010101010101" pitchFamily="50" charset="-128"/>
                <a:ea typeface="AR P丸ゴシック体M" panose="020B0600010101010101" pitchFamily="50" charset="-128"/>
              </a:defRPr>
            </a:lvl1pPr>
          </a:lstStyle>
          <a:p>
            <a:fld id="{9AB9F6E5-4398-492D-A968-2152DF701FBE}" type="datetime1">
              <a:rPr lang="ja-JP" altLang="en-US" smtClean="0"/>
              <a:t>2025/12/25</a:t>
            </a:fld>
            <a:endParaRPr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08658" y="10302299"/>
            <a:ext cx="382600" cy="138499"/>
          </a:xfrm>
          <a:prstGeom prst="rect">
            <a:avLst/>
          </a:prstGeom>
        </p:spPr>
        <p:txBody>
          <a:bodyPr wrap="none" lIns="0" tIns="0" rIns="36000" bIns="0">
            <a:spAutoFit/>
          </a:bodyPr>
          <a:lstStyle>
            <a:lvl1pPr>
              <a:defRPr sz="900">
                <a:latin typeface="HGSｺﾞｼｯｸM" panose="020B0600000000000000" pitchFamily="50" charset="-128"/>
                <a:ea typeface="HGSｺﾞｼｯｸM" panose="020B0600000000000000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599875" y="10276805"/>
            <a:ext cx="274681" cy="19581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>
              <a:defRPr sz="800">
                <a:latin typeface="AR P丸ゴシック体M" panose="020B0600010101010101" pitchFamily="50" charset="-128"/>
                <a:ea typeface="AR P丸ゴシック体M" panose="020B0600010101010101" pitchFamily="50" charset="-128"/>
              </a:defRPr>
            </a:lvl1pPr>
          </a:lstStyle>
          <a:p>
            <a:fld id="{90394308-81F9-4382-97BC-3C5C63C31B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251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F8B58DE-80FA-CA85-D421-9663273B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569241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D6F4A8-5045-58DD-CBB2-BBCFAEFC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2EC5AB-2AD6-7BF6-09E5-AFC0D05FF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9909727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FEE25-A3A5-4AAD-8A6B-91ED858E2B55}" type="datetime1">
              <a:rPr lang="ja-JP" altLang="en-US" smtClean="0"/>
              <a:t>2025/12/25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4FBB46-F847-DF4A-A2F7-B3A3F0F95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9909727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802900-0E89-6EA6-18CB-B94A6D8EA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9909727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29362F0-22EF-A388-C9E5-04DF41269ED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7"/>
            <a:ext cx="15119350" cy="1068681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D3E5073-AEAC-954D-F5D6-3218EB5382BE}"/>
              </a:ext>
            </a:extLst>
          </p:cNvPr>
          <p:cNvSpPr txBox="1"/>
          <p:nvPr userDrawn="1"/>
        </p:nvSpPr>
        <p:spPr>
          <a:xfrm>
            <a:off x="11879111" y="10137863"/>
            <a:ext cx="1318805" cy="138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72000" tIns="0" rIns="72000" bIns="0" rtlCol="0">
            <a:spAutoFit/>
          </a:bodyPr>
          <a:lstStyle/>
          <a:p>
            <a:pPr algn="ctr"/>
            <a:r>
              <a:rPr kumimoji="1" lang="ja-JP" altLang="en-US" sz="900" b="0" spc="-15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西友　座間林間店　新店計画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6D950F2-E504-B87B-74E1-0A6EAB594376}"/>
              </a:ext>
            </a:extLst>
          </p:cNvPr>
          <p:cNvSpPr txBox="1"/>
          <p:nvPr userDrawn="1"/>
        </p:nvSpPr>
        <p:spPr>
          <a:xfrm>
            <a:off x="1692354" y="10283241"/>
            <a:ext cx="979409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kumimoji="1" lang="en-US" altLang="ja-JP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ZamaRinkan</a:t>
            </a:r>
            <a:endParaRPr kumimoji="1" lang="ja-JP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9516143-3C4F-C100-312B-B0EC75DEA83A}"/>
              </a:ext>
            </a:extLst>
          </p:cNvPr>
          <p:cNvSpPr txBox="1"/>
          <p:nvPr userDrawn="1"/>
        </p:nvSpPr>
        <p:spPr>
          <a:xfrm>
            <a:off x="7527131" y="10194347"/>
            <a:ext cx="1481138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5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一級建築士事務所（東京都知事）登録 第</a:t>
            </a:r>
            <a:r>
              <a:rPr kumimoji="1" lang="en-US" altLang="ja-JP" sz="45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5224</a:t>
            </a:r>
            <a:r>
              <a:rPr kumimoji="1" lang="ja-JP" altLang="en-US" sz="45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号</a:t>
            </a:r>
            <a:endParaRPr kumimoji="1" lang="en-US" altLang="ja-JP" sz="45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sz="45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一級建築士登録 第</a:t>
            </a:r>
            <a:r>
              <a:rPr kumimoji="1" lang="en-US" altLang="ja-JP" sz="45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324267</a:t>
            </a:r>
            <a:r>
              <a:rPr kumimoji="1" lang="ja-JP" altLang="en-US" sz="45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号　豊田 誠司</a:t>
            </a:r>
            <a:endParaRPr kumimoji="1" lang="en-US" altLang="ja-JP" sz="45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7543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11" r:id="rId12"/>
  </p:sldLayoutIdLst>
  <p:hf hdr="0" ftr="0" dt="0"/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kumimoji="1"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kumimoji="1"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kumimoji="1"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133947" rtl="0" eaLnBrk="1" latinLnBrk="0" hangingPunct="1"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kumimoji="1"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7F796A9-60F6-1FD5-9E6C-68FAB3955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585696"/>
              </p:ext>
            </p:extLst>
          </p:nvPr>
        </p:nvGraphicFramePr>
        <p:xfrm>
          <a:off x="4387592" y="1538878"/>
          <a:ext cx="6344166" cy="78591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1990608611"/>
                    </a:ext>
                  </a:extLst>
                </a:gridCol>
                <a:gridCol w="3273683">
                  <a:extLst>
                    <a:ext uri="{9D8B030D-6E8A-4147-A177-3AD203B41FA5}">
                      <a16:colId xmlns:a16="http://schemas.microsoft.com/office/drawing/2014/main" val="947794519"/>
                    </a:ext>
                  </a:extLst>
                </a:gridCol>
                <a:gridCol w="803017">
                  <a:extLst>
                    <a:ext uri="{9D8B030D-6E8A-4147-A177-3AD203B41FA5}">
                      <a16:colId xmlns:a16="http://schemas.microsoft.com/office/drawing/2014/main" val="3823207989"/>
                    </a:ext>
                  </a:extLst>
                </a:gridCol>
                <a:gridCol w="1362591">
                  <a:extLst>
                    <a:ext uri="{9D8B030D-6E8A-4147-A177-3AD203B41FA5}">
                      <a16:colId xmlns:a16="http://schemas.microsoft.com/office/drawing/2014/main" val="1598349117"/>
                    </a:ext>
                  </a:extLst>
                </a:gridCol>
              </a:tblGrid>
              <a:tr h="53034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図面番号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図　面　名　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縮　尺</a:t>
                      </a:r>
                      <a:endParaRPr kumimoji="1" lang="en-US" altLang="ja-JP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（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A3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備　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4673483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M-01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特記仕様書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05900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機械設備　凡例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(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区画貫通処理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)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（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926540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zh-TW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機械設備　凡例</a:t>
                      </a:r>
                      <a:r>
                        <a:rPr kumimoji="1" lang="en-US" altLang="zh-TW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(</a:t>
                      </a:r>
                      <a:r>
                        <a:rPr kumimoji="1" lang="zh-TW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区画貫通処理</a:t>
                      </a:r>
                      <a:r>
                        <a:rPr kumimoji="1" lang="en-US" altLang="zh-TW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)</a:t>
                      </a:r>
                      <a:r>
                        <a:rPr kumimoji="1" lang="zh-TW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（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2</a:t>
                      </a:r>
                      <a:r>
                        <a:rPr kumimoji="1" lang="zh-TW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）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985347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M-04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給排水設備　衛生器具表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706011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M-05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給排水設備　系統図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46764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給排水設備　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階平面図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1/200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5660511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M-07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給排水設備　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2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階平面図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1/200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997470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M-08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給排水設備　詳細図（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1/50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488682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M-09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給排水設備　詳細図（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2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1/50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202537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M-10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フード等簡易自動消火装置設備図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1/50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491970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M-11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消火設備　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階平面図（移動式粉末消火設備）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1/200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534581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M-12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消火設備　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2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階平面図（消火器設備）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1/200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789729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M-13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7313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空調設備　機器表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-1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498704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M-14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7313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換気設備　機器表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-2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－</a:t>
                      </a:r>
                      <a:endParaRPr kumimoji="1" lang="ja-JP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44558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M-15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7313" indent="0"/>
                      <a:r>
                        <a:rPr kumimoji="1" lang="zh-TW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空調換気設備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　制気口リスト</a:t>
                      </a:r>
                      <a:endParaRPr kumimoji="1" lang="zh-TW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－</a:t>
                      </a:r>
                      <a:endParaRPr kumimoji="1" lang="ja-JP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17640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M-16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空調換気設備　ダクト系統図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742183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M-17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空調換気設備　ダクト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階平面図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1/200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7325150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M-18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空調換気設備　ダクト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2</a:t>
                      </a:r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階平面図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1/200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66275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M-19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ja-JP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空調換気設備　配管系統図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  <a:cs typeface="+mn-cs"/>
                        </a:rPr>
                        <a:t>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7826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zh-TW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空調換気設備　配管</a:t>
                      </a:r>
                      <a:r>
                        <a:rPr kumimoji="1" lang="en-US" altLang="zh-TW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</a:t>
                      </a:r>
                      <a:r>
                        <a:rPr kumimoji="1" lang="zh-TW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階平面図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1/200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04549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M-21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1" lang="zh-TW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空調換気設備　配管</a:t>
                      </a: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2</a:t>
                      </a:r>
                      <a:r>
                        <a:rPr kumimoji="1" lang="zh-TW" altLang="en-US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階平面図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 dirty="0">
                          <a:latin typeface="HG丸ｺﾞｼｯｸM-PRO" panose="020F0600000000000000" pitchFamily="50" charset="-128"/>
                          <a:ea typeface="HG丸ｺﾞｼｯｸM-PRO" panose="020F0600000000000000" pitchFamily="50" charset="-128"/>
                        </a:rPr>
                        <a:t>1/200</a:t>
                      </a:r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HG丸ｺﾞｼｯｸM-PRO" panose="020F0600000000000000" pitchFamily="50" charset="-128"/>
                        <a:ea typeface="HG丸ｺﾞｼｯｸM-PRO" panose="020F06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357471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C7BB69-78B0-EDC6-8E94-4A01FD41AE7B}"/>
              </a:ext>
            </a:extLst>
          </p:cNvPr>
          <p:cNvSpPr txBox="1"/>
          <p:nvPr/>
        </p:nvSpPr>
        <p:spPr>
          <a:xfrm>
            <a:off x="4526190" y="769438"/>
            <a:ext cx="60669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</a:t>
            </a:r>
            <a:r>
              <a:rPr kumimoji="1" lang="ja-JP" altLang="en-US" sz="20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仮称）西友座間林間　新店工事</a:t>
            </a:r>
            <a:endParaRPr kumimoji="1" lang="en-US" altLang="ja-JP" sz="20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20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機械設備工事　図面リスト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CEB93E-1A04-CF60-5024-6044118060FF}"/>
              </a:ext>
            </a:extLst>
          </p:cNvPr>
          <p:cNvSpPr txBox="1"/>
          <p:nvPr/>
        </p:nvSpPr>
        <p:spPr>
          <a:xfrm>
            <a:off x="11991798" y="10309667"/>
            <a:ext cx="569634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図面リスト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F52C72B3-B189-EEE4-9EBE-1A858E0485C6}"/>
              </a:ext>
            </a:extLst>
          </p:cNvPr>
          <p:cNvSpPr txBox="1">
            <a:spLocks/>
          </p:cNvSpPr>
          <p:nvPr/>
        </p:nvSpPr>
        <p:spPr>
          <a:xfrm>
            <a:off x="14547914" y="10246291"/>
            <a:ext cx="390525" cy="22659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900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M-00</a:t>
            </a:r>
            <a:endParaRPr lang="ja-JP" altLang="en-US" sz="900" dirty="0">
              <a:solidFill>
                <a:schemeClr val="tx1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A1D784-4D26-5221-A256-C697F35E30F9}"/>
              </a:ext>
            </a:extLst>
          </p:cNvPr>
          <p:cNvSpPr txBox="1"/>
          <p:nvPr/>
        </p:nvSpPr>
        <p:spPr>
          <a:xfrm>
            <a:off x="10268574" y="10355975"/>
            <a:ext cx="629513" cy="107722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kumimoji="1" lang="en-US" altLang="ja-JP" sz="700" dirty="0"/>
              <a:t>2025/12/23</a:t>
            </a:r>
          </a:p>
        </p:txBody>
      </p:sp>
    </p:spTree>
    <p:extLst>
      <p:ext uri="{BB962C8B-B14F-4D97-AF65-F5344CB8AC3E}">
        <p14:creationId xmlns:p14="http://schemas.microsoft.com/office/powerpoint/2010/main" val="3657509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A0268C0C-4311-C893-F947-941E0F3B8D05}"/>
              </a:ext>
            </a:extLst>
          </p:cNvPr>
          <p:cNvSpPr txBox="1">
            <a:spLocks/>
          </p:cNvSpPr>
          <p:nvPr/>
        </p:nvSpPr>
        <p:spPr>
          <a:xfrm>
            <a:off x="14547914" y="10232003"/>
            <a:ext cx="390525" cy="22659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900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M-04</a:t>
            </a:r>
            <a:endParaRPr lang="ja-JP" altLang="en-US" sz="900" dirty="0">
              <a:solidFill>
                <a:schemeClr val="tx1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086491-7416-6E62-742B-AD7A70D08A55}"/>
              </a:ext>
            </a:extLst>
          </p:cNvPr>
          <p:cNvSpPr txBox="1"/>
          <p:nvPr/>
        </p:nvSpPr>
        <p:spPr>
          <a:xfrm>
            <a:off x="11906073" y="10291488"/>
            <a:ext cx="1303809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給排水設備　衛生器具表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BC2ADBA-9D3D-3C7D-FBEE-DF00B2ED2204}"/>
              </a:ext>
            </a:extLst>
          </p:cNvPr>
          <p:cNvSpPr txBox="1"/>
          <p:nvPr/>
        </p:nvSpPr>
        <p:spPr>
          <a:xfrm>
            <a:off x="10268574" y="10355975"/>
            <a:ext cx="629513" cy="107722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kumimoji="1" lang="en-US" altLang="ja-JP" sz="700" dirty="0"/>
              <a:t>2025/12/23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EC96CCBB-3F82-E192-FA97-38ABC6E8F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316" y="288026"/>
            <a:ext cx="11242049" cy="9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79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7EC333-5762-0F6D-A3A5-62CDD95185B8}"/>
              </a:ext>
            </a:extLst>
          </p:cNvPr>
          <p:cNvSpPr txBox="1"/>
          <p:nvPr/>
        </p:nvSpPr>
        <p:spPr>
          <a:xfrm>
            <a:off x="11991798" y="10295377"/>
            <a:ext cx="1072977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空調設備　機器表</a:t>
            </a:r>
            <a:r>
              <a:rPr kumimoji="1"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-1</a:t>
            </a:r>
            <a:endParaRPr kumimoji="1" lang="ja-JP" altLang="en-US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50FBE4CC-808C-BA30-C2F9-A66E2DC12B4F}"/>
              </a:ext>
            </a:extLst>
          </p:cNvPr>
          <p:cNvSpPr txBox="1">
            <a:spLocks/>
          </p:cNvSpPr>
          <p:nvPr/>
        </p:nvSpPr>
        <p:spPr>
          <a:xfrm>
            <a:off x="14547915" y="10222674"/>
            <a:ext cx="206108" cy="2265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9D047F79-0F67-671F-7C99-251BA58CAD85}"/>
              </a:ext>
            </a:extLst>
          </p:cNvPr>
          <p:cNvSpPr txBox="1">
            <a:spLocks/>
          </p:cNvSpPr>
          <p:nvPr/>
        </p:nvSpPr>
        <p:spPr>
          <a:xfrm>
            <a:off x="14547914" y="10239623"/>
            <a:ext cx="390525" cy="22659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900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M-13</a:t>
            </a:r>
            <a:endParaRPr lang="ja-JP" altLang="en-US" sz="900" dirty="0">
              <a:solidFill>
                <a:schemeClr val="tx1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92EF7E-1D00-4ECD-D50D-371595B103EB}"/>
              </a:ext>
            </a:extLst>
          </p:cNvPr>
          <p:cNvSpPr txBox="1"/>
          <p:nvPr/>
        </p:nvSpPr>
        <p:spPr>
          <a:xfrm>
            <a:off x="10268574" y="10355975"/>
            <a:ext cx="629513" cy="107722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kumimoji="1" lang="en-US" altLang="ja-JP" sz="700" dirty="0"/>
              <a:t>2025/12/23</a:t>
            </a:r>
            <a:endParaRPr kumimoji="1" lang="ja-JP" altLang="en-US" sz="7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279C8FD-FBE0-D853-3C43-7A46EF3F7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75" y="458326"/>
            <a:ext cx="14472000" cy="946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1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1A23-0B32-496F-8963-35640826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2A3D8F-1EF0-DD22-CEEC-78C07976C7CC}"/>
              </a:ext>
            </a:extLst>
          </p:cNvPr>
          <p:cNvSpPr txBox="1"/>
          <p:nvPr/>
        </p:nvSpPr>
        <p:spPr>
          <a:xfrm>
            <a:off x="11991798" y="10295377"/>
            <a:ext cx="1072977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換気設備　機器表</a:t>
            </a:r>
            <a:r>
              <a:rPr kumimoji="1"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-2</a:t>
            </a:r>
            <a:endParaRPr kumimoji="1" lang="ja-JP" altLang="en-US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8B1C3C36-250F-7204-60AC-DECD361BD5C5}"/>
              </a:ext>
            </a:extLst>
          </p:cNvPr>
          <p:cNvSpPr txBox="1">
            <a:spLocks/>
          </p:cNvSpPr>
          <p:nvPr/>
        </p:nvSpPr>
        <p:spPr>
          <a:xfrm>
            <a:off x="14547914" y="10239623"/>
            <a:ext cx="390525" cy="22659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900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M-14</a:t>
            </a:r>
            <a:endParaRPr lang="ja-JP" altLang="en-US" sz="900" dirty="0">
              <a:solidFill>
                <a:schemeClr val="tx1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424801-47D9-151F-B79B-B6961F14CE28}"/>
              </a:ext>
            </a:extLst>
          </p:cNvPr>
          <p:cNvSpPr txBox="1"/>
          <p:nvPr/>
        </p:nvSpPr>
        <p:spPr>
          <a:xfrm>
            <a:off x="10268574" y="10355975"/>
            <a:ext cx="629513" cy="107722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kumimoji="1" lang="en-US" altLang="ja-JP" sz="700" dirty="0"/>
              <a:t>2025/12/23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8D5290E-930B-3319-ED83-D56693387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75" y="6444705"/>
            <a:ext cx="14472000" cy="228618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A366165-C590-1F25-FB0F-281E603C4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75" y="372110"/>
            <a:ext cx="14472000" cy="594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8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18CF-4642-5F19-B0EE-F9FCFD155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18309B-6444-FDC0-C985-89EEE25CFEF3}"/>
              </a:ext>
            </a:extLst>
          </p:cNvPr>
          <p:cNvSpPr txBox="1"/>
          <p:nvPr/>
        </p:nvSpPr>
        <p:spPr>
          <a:xfrm>
            <a:off x="11758432" y="10288431"/>
            <a:ext cx="1678912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r>
              <a:rPr kumimoji="1" lang="ja-JP" altLang="en-US" sz="900" spc="-15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空調換気設備　制気口リスト・フードリスト</a:t>
            </a: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7D4FECF5-BDCE-BDC4-84BC-6CF3A9257E89}"/>
              </a:ext>
            </a:extLst>
          </p:cNvPr>
          <p:cNvSpPr txBox="1">
            <a:spLocks/>
          </p:cNvSpPr>
          <p:nvPr/>
        </p:nvSpPr>
        <p:spPr>
          <a:xfrm>
            <a:off x="14547914" y="10239623"/>
            <a:ext cx="390525" cy="22659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900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M-15</a:t>
            </a:r>
            <a:endParaRPr lang="ja-JP" altLang="en-US" sz="900" dirty="0">
              <a:solidFill>
                <a:schemeClr val="tx1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83446F-7F6B-0F88-7718-AA6C59AA50A6}"/>
              </a:ext>
            </a:extLst>
          </p:cNvPr>
          <p:cNvSpPr txBox="1"/>
          <p:nvPr/>
        </p:nvSpPr>
        <p:spPr>
          <a:xfrm>
            <a:off x="10268574" y="10355975"/>
            <a:ext cx="629513" cy="107722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kumimoji="1" lang="en-US" altLang="ja-JP" sz="700" dirty="0"/>
              <a:t>2025/12/23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470FD4D-16B2-451E-DBE7-04DEC3716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75" y="461767"/>
            <a:ext cx="14472000" cy="526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25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テーマ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1A5B6E80BD11749830F0051FA358F31" ma:contentTypeVersion="20" ma:contentTypeDescription="新しいドキュメントを作成します。" ma:contentTypeScope="" ma:versionID="90c4fca569cea558f39cc8b91dcece02">
  <xsd:schema xmlns:xsd="http://www.w3.org/2001/XMLSchema" xmlns:xs="http://www.w3.org/2001/XMLSchema" xmlns:p="http://schemas.microsoft.com/office/2006/metadata/properties" xmlns:ns1="http://schemas.microsoft.com/sharepoint/v3" xmlns:ns2="2333e2e5-94b0-4c5e-a08d-3451d15785e8" xmlns:ns3="8ad32bdb-41c4-4209-9eb5-9fff8dc9e22b" targetNamespace="http://schemas.microsoft.com/office/2006/metadata/properties" ma:root="true" ma:fieldsID="11aeb3e78552ecd2f9c784edbb369889" ns1:_="" ns2:_="" ns3:_="">
    <xsd:import namespace="http://schemas.microsoft.com/sharepoint/v3"/>
    <xsd:import namespace="2333e2e5-94b0-4c5e-a08d-3451d15785e8"/>
    <xsd:import namespace="8ad32bdb-41c4-4209-9eb5-9fff8dc9e2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統合コンプライアンス ポリシーのプロパティ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統合コンプライアンス ポリシーの UI アクション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33e2e5-94b0-4c5e-a08d-3451d15785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cfbaa570-437e-4e98-b361-17486c1d74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32bdb-41c4-4209-9eb5-9fff8dc9e22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3bf8b34-8015-466d-bab5-ee461760b219}" ma:internalName="TaxCatchAll" ma:showField="CatchAllData" ma:web="8ad32bdb-41c4-4209-9eb5-9fff8dc9e2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共有相手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コンテンツ タイプ"/>
        <xsd:element ref="dc:title" minOccurs="0" maxOccurs="1" ma:index="3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8ad32bdb-41c4-4209-9eb5-9fff8dc9e22b" xsi:nil="true"/>
    <lcf76f155ced4ddcb4097134ff3c332f xmlns="2333e2e5-94b0-4c5e-a08d-3451d15785e8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BFB1E77-BEAA-4CFB-B2DC-2AFE8340E4C6}"/>
</file>

<file path=customXml/itemProps2.xml><?xml version="1.0" encoding="utf-8"?>
<ds:datastoreItem xmlns:ds="http://schemas.openxmlformats.org/officeDocument/2006/customXml" ds:itemID="{30D20B68-2AAB-4DD2-A35D-3A00AB56713C}"/>
</file>

<file path=customXml/itemProps3.xml><?xml version="1.0" encoding="utf-8"?>
<ds:datastoreItem xmlns:ds="http://schemas.openxmlformats.org/officeDocument/2006/customXml" ds:itemID="{21D6FF5D-BE42-4BF6-A7B8-CB272A1B5D1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4118</TotalTime>
  <Words>245</Words>
  <Application>Microsoft Office PowerPoint</Application>
  <PresentationFormat>ユーザー設定</PresentationFormat>
  <Paragraphs>85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6" baseType="lpstr">
      <vt:lpstr>AR P丸ゴシック体M</vt:lpstr>
      <vt:lpstr>BIZ UDゴシック</vt:lpstr>
      <vt:lpstr>HGSｺﾞｼｯｸM</vt:lpstr>
      <vt:lpstr>HG丸ｺﾞｼｯｸM-PRO</vt:lpstr>
      <vt:lpstr>ＭＳ Ｐゴシック</vt:lpstr>
      <vt:lpstr>游ゴシック</vt:lpstr>
      <vt:lpstr>游ゴシック Light</vt:lpstr>
      <vt:lpstr>Arial</vt:lpstr>
      <vt:lpstr>Calibri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sugino katuaki</dc:creator>
  <cp:lastModifiedBy>設計 森村</cp:lastModifiedBy>
  <cp:revision>97</cp:revision>
  <cp:lastPrinted>2025-12-24T08:26:11Z</cp:lastPrinted>
  <dcterms:created xsi:type="dcterms:W3CDTF">2022-04-05T07:20:36Z</dcterms:created>
  <dcterms:modified xsi:type="dcterms:W3CDTF">2025-12-25T07:55:44Z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0x010100F1A5B6E80BD11749830F0051FA358F31</vt:lpwstr>
  </property>
</Properties>
</file>